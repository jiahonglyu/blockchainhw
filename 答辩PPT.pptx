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老师好，这是基于以太坊智能合约的去中心化众筹系统，技术栈 Hardhat + ethers.js + MetaMask。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目录：背景、架构、合约机制、五个功能、安全与生命周期、前端测试加分项总结。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传统众筹要信任平台；本项目用智能合约托管，规则透明自动、上链可查。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合约充当无需信任的托管方；状态机三状态；技术栈 Solidity+Hardhat+ethers+MetaMask。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讲合约核心机制：msg.sender/value、payable、mapping存储、block.timestamp、require回滚保证原子性、event订阅、modifier复用、call转账。展现对Solidity与EVM执行模型的理解。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结构体存项目信息，数组下标作自增唯一ID；交易串行执行保证ID不重复。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payable收款；嵌套映射记录累计；三重校验；更新总额并去重登记捐赠者。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结算基于时间、任何人可调；比目标定成败；只改状态不转账，更安全。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放款：成功且是发起人，先记账再用call转给发起人，重入锁保护。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退款：失败后捐赠者取回，先清零再转账（CEI）+重入锁防重入，呼应lab8。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安全设计：CEI、重入锁、权限控制、require回滚保证原子性、0.8溢出检查、拉取式付款。呼应lab8攻击实验。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生命周期：创建→捐赠→到期结算，达标走成功+提取，未达标走失败+退款。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前端用ethers拿ABI和地址把函数变按钮，MetaMask签名；读免费、写是合约交互；监听事件实时刷新。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Hardhat写单元测试覆盖核心功能，时间快进模拟到期，全部通过；Ignition一键部署，兼容Ganache。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是加分项，答辩不主动展开；老师如感兴趣可演示。里程碑分期与按比例退款解决了冲突；DAO投票治理；自实现ERC-20代币与ERC-721早鸟NFT；重入攻击演示与防御；以及CLI/Gas/事件驱动前端/深色模式等工程化扩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总结四点：去信任、透明、自动结算、安全。谢谢老师。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1264" y="868680"/>
            <a:ext cx="1097280" cy="109728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11556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402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基于区块链的去中心化众筹系统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6440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ChainFund · 智能合约托管资金 · 去信任 · 自动放款 / 退款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093976" y="4069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C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93976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项目创建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51376" y="4069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C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51376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资金捐赠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08776" y="4069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C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08776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到期结算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66176" y="40690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C256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66176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放款 / 退款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吕佳鸿   10235501436      |      区块链期末大作业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749808" cy="7498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783080" y="169164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项目背景与目标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92240" y="1691640"/>
            <a:ext cx="749808" cy="7498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916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2360" y="169164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系统架构与技术栈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749808" cy="7498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089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31089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智能合约关键机制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3108960"/>
            <a:ext cx="749808" cy="7498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1089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2360" y="31089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五个基本功能实现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526280"/>
            <a:ext cx="749808" cy="7498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26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45262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安全设计 · 资金生命周期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92240" y="4526280"/>
            <a:ext cx="749808" cy="7498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5262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52360" y="45262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· 测试 · 加分项 · 总结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项目背景与目标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276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传统众筹的痛点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12848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依赖中心化平台托管资金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平台可挪用资金、单方决定退款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抽取手续费、信息不透明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用户必须信任第三方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9632" y="141732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6276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本项目的方案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73952" y="2212848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智能合约托管资金，无需信任中介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规则写死在代码里、自动执行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达标自动放款、失败可退款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记录全部上链、公开可查、不可篡改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7492" y="4919472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4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" y="4919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项目创建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75204" y="4919472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4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5204" y="4919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资金捐赠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42916" y="4919472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4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2916" y="4919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到期结算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0628" y="4919472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4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0628" y="4919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达标放款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78340" y="4919472"/>
            <a:ext cx="2103120" cy="566928"/>
          </a:xfrm>
          <a:prstGeom prst="roundRect">
            <a:avLst>
              <a:gd name="adj" fmla="val 19355"/>
            </a:avLst>
          </a:prstGeom>
          <a:solidFill>
            <a:srgbClr val="F4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8340" y="4919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失败退款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目标：用不可篡改、自动执行的链上程序，取代传统众筹里那个需要被信任的中心化平台。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系统架构：合约即“无需信任的托管方”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智能合约充当资金托管方，取代平台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捐款直接进合约，规则自动执行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到期结算：达标→发起人；未达标→捐赠者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三种状态构成状态机，功能=状态转移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前端只读 ABI+地址，私钥由 MetaMask 掌管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46520" y="1463040"/>
            <a:ext cx="5074920" cy="3200400"/>
          </a:xfrm>
          <a:prstGeom prst="roundRect">
            <a:avLst>
              <a:gd name="adj" fmla="val 2857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2940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92440" y="21031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92440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12280" y="361188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12280" y="361188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 → 放款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509760" y="3611880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94A3B8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0" y="361188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 → 退款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2862072"/>
            <a:ext cx="-502920" cy="6858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5800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84080" y="2862072"/>
            <a:ext cx="502920" cy="6858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24128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未达标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" y="52578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F4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" y="5257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合约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7852" y="52578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F4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7852" y="5257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部署/测试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5060" y="52578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F4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5060" y="5257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前端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02268" y="525780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F4F5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2268" y="5257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钱包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智能合约关键机制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11480" y="146304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2648" y="1664208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</p:spPr>
      </p:sp>
      <p:sp>
        <p:nvSpPr>
          <p:cNvPr id="7" name="Text 4"/>
          <p:cNvSpPr/>
          <p:nvPr/>
        </p:nvSpPr>
        <p:spPr>
          <a:xfrm>
            <a:off x="886968" y="1645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msg.sender / value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0936" y="221284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调用者地址 / 随交易附带的 ETH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10128" y="146304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1296" y="1664208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3785616" y="1645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payable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529584" y="221284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函数可接收 ETH（donate 收款）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08776" y="146304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9944" y="1664208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6684264" y="1645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 / storage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28232" y="221284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链上键值存储，数据永久上链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107424" y="146304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308592" y="1664208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9582912" y="16459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block.timestamp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326880" y="221284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区块时间，作截止与结算判定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11480" y="333756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" y="3538728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E11D48"/>
          </a:solidFill>
          <a:ln/>
        </p:spPr>
      </p:sp>
      <p:sp>
        <p:nvSpPr>
          <p:cNvPr id="23" name="Text 20"/>
          <p:cNvSpPr/>
          <p:nvPr/>
        </p:nvSpPr>
        <p:spPr>
          <a:xfrm>
            <a:off x="886968" y="35204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/ revert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30936" y="40873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校验不通过则回滚整笔交易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310128" y="333756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511296" y="3538728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0EA5E9"/>
          </a:solidFill>
          <a:ln/>
        </p:spPr>
      </p:sp>
      <p:sp>
        <p:nvSpPr>
          <p:cNvPr id="27" name="Text 24"/>
          <p:cNvSpPr/>
          <p:nvPr/>
        </p:nvSpPr>
        <p:spPr>
          <a:xfrm>
            <a:off x="3785616" y="35204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/ emit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3529584" y="40873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事件日志，供前端订阅刷新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208776" y="333756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9944" y="3538728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/>
        </p:spPr>
      </p:sp>
      <p:sp>
        <p:nvSpPr>
          <p:cNvPr id="31" name="Text 28"/>
          <p:cNvSpPr/>
          <p:nvPr/>
        </p:nvSpPr>
        <p:spPr>
          <a:xfrm>
            <a:off x="6684264" y="35204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428232" y="40873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可复用前置检查（noReentrant）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107424" y="3337560"/>
            <a:ext cx="267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308592" y="3538728"/>
            <a:ext cx="164592" cy="457200"/>
          </a:xfrm>
          <a:prstGeom prst="roundRect">
            <a:avLst>
              <a:gd name="adj" fmla="val 27778"/>
            </a:avLst>
          </a:prstGeom>
          <a:solidFill>
            <a:srgbClr val="8B5CF6"/>
          </a:solidFill>
          <a:ln/>
        </p:spPr>
      </p:sp>
      <p:sp>
        <p:nvSpPr>
          <p:cNvPr id="35" name="Text 32"/>
          <p:cNvSpPr/>
          <p:nvPr/>
        </p:nvSpPr>
        <p:spPr>
          <a:xfrm>
            <a:off x="9582912" y="352044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call{value:}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9326880" y="408736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底层转账，发放放款 / 退款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这些机制共同构成合约的执行模型：链上存储 + 调用上下文 + 时间 + 事件 + 校验回滚 + 底层转账。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31520" cy="73152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功能①　项目创建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实现要点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1810512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Project 结构体存名称/描述/目标/截止时间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所有项目存进数组，下标 = 自增唯一 ID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截止时间 = block.timestamp + 持续时长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校验目标 &gt; 0、时长 &gt; 0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 ProjectCreated 事件供前端监听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5623560" cy="3977640"/>
          </a:xfrm>
          <a:prstGeom prst="roundRect">
            <a:avLst>
              <a:gd name="adj" fmla="val 137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1609344"/>
            <a:ext cx="522122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Project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 id; address creator;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 goal; uint deadline;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 totalRaised; State state;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createProject(...,uint dur){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require(goal&gt;0 &amp;&amp; dur&gt;0);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 id = projects.length;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唯一ID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projects.push(Project({ id:id,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deadline: block.timestamp+dur,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Active, ... }));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 ProjectCreated(id, msg.sender);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5596128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EEF2FF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578815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5788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3120" y="5596128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数组只增不删 + 链上交易串行执行 → ID 单调递增、绝不重复，projects[id] 可 O(1) 定位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31520" cy="73152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功能②　资金捐赠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实现要点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1810512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payable 函数，随交易把 ETH 打进合约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contributions[id][addr] 记录每人累计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三重校验：进行中、未过期、金额&gt;0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更新项目已筹总额 totalRaised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首次捐赠登记到捐赠者列表（去重）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5623560" cy="3977640"/>
          </a:xfrm>
          <a:prstGeom prst="roundRect">
            <a:avLst>
              <a:gd name="adj" fmla="val 137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1609344"/>
            <a:ext cx="522122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mapping(uint=&gt;mapping(address=&gt;uint))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contributions;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donate(uint id) external payable{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 storage p = projects[id];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require(p.state==Active);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require(block.timestamp&lt;p.deadline);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require(msg.value&gt;0);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if(contributions[id][msg.sender]==0)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donors[id].push(msg.sender);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//新捐赠者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contributions[id][msg.sender]+=msg.value;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p.totalRaised += msg.value;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 Donated(id,msg.sender,msg.value);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5596128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ECFEFF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578815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5788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3120" y="5596128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资金直接转入合约由其托管；每人捐赠额与项目总额同步上链，公开可查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31520" cy="73152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功能③　结束结算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实现要点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1810512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基于截止时间，到期后任何人可调用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体现去中心化：不依赖发起人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比较已筹与目标 → 成功 / 失败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只改状态、不转账（判断与取款分离）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 ProjectFinalized 事件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5623560" cy="3977640"/>
          </a:xfrm>
          <a:prstGeom prst="roundRect">
            <a:avLst>
              <a:gd name="adj" fmla="val 137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1609344"/>
            <a:ext cx="522122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到期后任何人都可调用，无需发起人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finalize(uint id) external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 storage p = projects[id];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require(p.state==Active, "已结算");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require(block.timestamp&gt;=p.deadline);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p.state = p.totalRaised&gt;=p.goal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State.Successful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达标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State.Failed;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未达标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 ProjectFinalized(id, p.state);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5596128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FEF3C7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578815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5788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3120" y="5596128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任何人可触发、结果由代码决定——无需信任发起人，这是去中心化最关键的体现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31520" cy="73152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功能④　达标放款（发起人提款）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实现要点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1810512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项目成功后由发起人提取资金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双重校验：状态为成功 + 调用者是发起人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call 把合约托管资金转给发起人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提取后记账，防止重复提款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 noReentrant 重入锁保护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5623560" cy="3977640"/>
          </a:xfrm>
          <a:prstGeom prst="roundRect">
            <a:avLst>
              <a:gd name="adj" fmla="val 137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1609344"/>
            <a:ext cx="522122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withdraw(uint id) external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noReentrant {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 storage p = projects[id];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require(p.state==Successful,"未成功");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require(msg.sender==p.creator,"非发起人");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 amount = p.totalRaised;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p.released  = amount;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先记账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(bool ok,) =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p.creator.call{value:amount}("");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require(ok, "转账失败");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5596128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ECFDF5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578815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5788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3120" y="5596128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双重权限校验 + 先记账后转账，保证只有发起人、且只能在成功后提取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31520" cy="731520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功能⑤　失败退款（捐赠者取回）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实现要点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1810512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项目失败后捐赠者各自取回捐款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校验：状态为失败、本人有捐赠余额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关键：先把记录清零，再转账（CEI）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配合 noReentrant 重入锁双重防护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呼应 lab8 的重入攻击实验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5623560" cy="3977640"/>
          </a:xfrm>
          <a:prstGeom prst="roundRect">
            <a:avLst>
              <a:gd name="adj" fmla="val 137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44768" y="1609344"/>
            <a:ext cx="522122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refund(uint id) external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noReentrant { 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重入锁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 storage p = projects[id];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require(p.state==Failed, "未失败");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 amt = contributions[id][msg.sender];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require(amt&gt;0, "无捐赠");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contributions[id][msg.sender]=0;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//①清零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(bool ok,) =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msg.sender.call{value:amt}("");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//②转账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require(ok, "退款失败");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 Refunded(id, msg.sender, amt);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5596128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FFF1F2"/>
          </a:solidFill>
          <a:ln/>
        </p:spPr>
      </p:sp>
      <p:sp>
        <p:nvSpPr>
          <p:cNvPr id="10" name="Shape 7"/>
          <p:cNvSpPr/>
          <p:nvPr/>
        </p:nvSpPr>
        <p:spPr>
          <a:xfrm>
            <a:off x="841248" y="578815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5788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3120" y="5596128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重入攻击防御：清零在前、转账在后（CEI）+ 互斥锁，攻击者再入也无款可取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31520" cy="731520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智能合约安全设计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16636" y="1508760"/>
            <a:ext cx="3566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6092" y="172821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11D48"/>
          </a:solidFill>
          <a:ln/>
        </p:spPr>
      </p:sp>
      <p:sp>
        <p:nvSpPr>
          <p:cNvPr id="7" name="Text 4"/>
          <p:cNvSpPr/>
          <p:nvPr/>
        </p:nvSpPr>
        <p:spPr>
          <a:xfrm>
            <a:off x="736092" y="1728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85316" y="1709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Checks-Effects-Interactions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4380" y="2350008"/>
            <a:ext cx="3108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先校验 → 再改状态 → 最后转账，从根上杜绝重入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11396" y="1508760"/>
            <a:ext cx="3566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30852" y="172821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4530852" y="1728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180076" y="1709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重入锁 noReentrant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49140" y="2350008"/>
            <a:ext cx="3108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互斥锁防止函数在转账回调中被递归重入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06156" y="1508760"/>
            <a:ext cx="3566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25612" y="172821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4F46E5"/>
          </a:solidFill>
          <a:ln/>
        </p:spPr>
      </p:sp>
      <p:sp>
        <p:nvSpPr>
          <p:cNvPr id="17" name="Text 14"/>
          <p:cNvSpPr/>
          <p:nvPr/>
        </p:nvSpPr>
        <p:spPr>
          <a:xfrm>
            <a:off x="8325612" y="1728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974836" y="17099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权限控制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343900" y="2350008"/>
            <a:ext cx="3108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require(msg.sender==creator) 限定关键操作者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16636" y="3429000"/>
            <a:ext cx="3566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6092" y="364845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73609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85316" y="3630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失败回滚（原子性）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54380" y="4270248"/>
            <a:ext cx="3108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不满足则整笔交易回滚，状态不变、不丢钱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11396" y="3429000"/>
            <a:ext cx="3566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30852" y="364845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59669"/>
          </a:solidFill>
          <a:ln/>
        </p:spPr>
      </p:sp>
      <p:sp>
        <p:nvSpPr>
          <p:cNvPr id="27" name="Text 24"/>
          <p:cNvSpPr/>
          <p:nvPr/>
        </p:nvSpPr>
        <p:spPr>
          <a:xfrm>
            <a:off x="453085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180076" y="3630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整数溢出保护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4549140" y="4270248"/>
            <a:ext cx="3108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 内置溢出/下溢检查，无需 SafeMath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06156" y="3429000"/>
            <a:ext cx="35661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25612" y="3648456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891B2"/>
          </a:solidFill>
          <a:ln/>
        </p:spPr>
      </p:sp>
      <p:sp>
        <p:nvSpPr>
          <p:cNvPr id="32" name="Text 29"/>
          <p:cNvSpPr/>
          <p:nvPr/>
        </p:nvSpPr>
        <p:spPr>
          <a:xfrm>
            <a:off x="832561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8974836" y="3630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拉取式付款（Pull）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8343900" y="4270248"/>
            <a:ext cx="31089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各自调用取款而非批量推送，隔离失败、降低风险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安全是智能合约的生命线——资金一旦上链，漏洞无法回滚；本项目从设计上层层防护。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资金生命周期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27432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27432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创建项目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971800" y="27432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71800" y="27432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资金捐赠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(进行中)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40680" y="27432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40680" y="27432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结束结算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(到期)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83880" y="1417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14173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达标 → 成功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149840" y="14173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47857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149840" y="1417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发起人提取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83880" y="41148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94A3B8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3880" y="41148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未达标 → 失败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149840" y="41148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11D48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149840" y="41148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捐赠者退款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606040" y="3200400"/>
            <a:ext cx="32004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74920" y="3200400"/>
            <a:ext cx="32004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3108960"/>
            <a:ext cx="594360" cy="-9144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43800" y="3291840"/>
            <a:ext cx="594360" cy="9144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12680" y="1847088"/>
            <a:ext cx="9144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12680" y="4544568"/>
            <a:ext cx="9144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02920" y="3703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分配唯一 ID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71800" y="3703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记录每人金额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40680" y="3703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比目标定成败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到期后任何人都可触发结算；结果由合约确定、无法操纵——这就是“去中心化、无需信任发起人”。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31520" cy="73152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前端与交互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85800" y="16459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读取合约 ABI + 部署地址，封装为按钮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负责账户管理与交易签名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读数据免费即时；写操作=合约交互（签名+gas）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监听合约事件，前端实时更新（事件驱动）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前端只读、不持私钥，签名权在用户钱包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583680" y="192024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920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浏览器前端  (dapp.js)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0" y="310896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31089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 签名 / 账户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83680" y="4297680"/>
            <a:ext cx="4663440" cy="822960"/>
          </a:xfrm>
          <a:prstGeom prst="roundRect">
            <a:avLst>
              <a:gd name="adj" fmla="val 8889"/>
            </a:avLst>
          </a:prstGeom>
          <a:solidFill>
            <a:srgbClr val="201A4D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42976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区块链  ·  众筹合约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915400" y="2743200"/>
            <a:ext cx="0" cy="36576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915400" y="3931920"/>
            <a:ext cx="0" cy="36576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928116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 / 监听事件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31520" cy="73152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17904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测试与部署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85800" y="1737360"/>
            <a:ext cx="5074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单元测试覆盖五个核心功能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用时间快进模拟项目到期场景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 一键部署到本地链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 Hardhat 内置节点与 Ganache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部署地址自动写入，前端按 chainId 读取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0" y="1600200"/>
            <a:ext cx="5577840" cy="3840480"/>
          </a:xfrm>
          <a:prstGeom prst="roundRect">
            <a:avLst>
              <a:gd name="adj" fmla="val 1429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44768" y="1746504"/>
            <a:ext cx="517550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hardhat test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Crowdfunding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✔ 创建项目并分配唯一 ID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✔ 捐赠累计并记录捐赠者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✔ 到期结算 成功 / 失败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✔ 成功后发起人提款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✔ 失败后捐赠者退款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单元测试全部通过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hardhat ignition deploy --reset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合约部署到本地链 ✔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加分项 · 功能扩展（选讲）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6636" y="15087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6092" y="1746504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55" y="1882567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1036" y="17099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里程碑分期释放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5438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按目标完成度分阶段释放资金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11396" y="15087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30852" y="1746504"/>
            <a:ext cx="566928" cy="566928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915" y="1882567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25796" y="17099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未释放部分退款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4914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解决与全额退款冲突，按比例退还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06156" y="150876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5612" y="1746504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675" y="1882567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20556" y="17099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捐赠者投票治理 DAO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4390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出资权重链上投票，过半才放款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16636" y="338328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6092" y="3621024"/>
            <a:ext cx="566928" cy="566928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55" y="3757087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31036" y="35844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奖励代币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54380" y="4251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捐赠自动获得 BACK 感谢代币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11396" y="338328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30852" y="3621024"/>
            <a:ext cx="566928" cy="566928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915" y="3757087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25796" y="35844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早鸟徽章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549140" y="4251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10 名获链上唯一 NFT 徽章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06156" y="338328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25612" y="3621024"/>
            <a:ext cx="566928" cy="566928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675" y="3757087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20556" y="35844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重入攻击防御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343900" y="4251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攻击合约 + 测试验证 CEI 有效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另含 Hardhat 命令行任务、Gas 用量报告、链上事件实时动态流、深色模式等工程化扩展。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1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总结与技术亮点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3258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2C2566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623060"/>
            <a:ext cx="822960" cy="8229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90" y="18205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75688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去信任托管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75688" y="18928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资金由合约保管，不靠任何平台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3258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2C2566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623060"/>
            <a:ext cx="822960" cy="82296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750" y="18205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0648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链上透明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70648" y="18928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项目、捐款、放款公开可查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8680" y="29260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2C2566"/>
          </a:solidFill>
          <a:ln/>
        </p:spPr>
      </p:sp>
      <p:sp>
        <p:nvSpPr>
          <p:cNvPr id="14" name="Shape 10"/>
          <p:cNvSpPr/>
          <p:nvPr/>
        </p:nvSpPr>
        <p:spPr>
          <a:xfrm>
            <a:off x="1097280" y="3223260"/>
            <a:ext cx="822960" cy="82296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790" y="34207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75688" y="3108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自动结算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075688" y="34930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到期任何人可触发，结果确定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29260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2C2566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3223260"/>
            <a:ext cx="822960" cy="82296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5400000">
              <a:srgbClr val="6B728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50" y="342077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70648" y="3108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安全防护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70648" y="34930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 + 重入锁，抵御重入攻击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47091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以智能合约取代中心化平台，实现透明、自动、安全的去中心化众筹。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谢谢！请老师批评指正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吕佳鸿   10235501436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区块链众筹答辩</dc:title>
  <dc:subject>PptxGenJS Presentation</dc:subject>
  <dc:creator>吕佳鸿</dc:creator>
  <cp:lastModifiedBy>吕佳鸿</cp:lastModifiedBy>
  <cp:revision>1</cp:revision>
  <dcterms:created xsi:type="dcterms:W3CDTF">2026-06-22T05:47:10Z</dcterms:created>
  <dcterms:modified xsi:type="dcterms:W3CDTF">2026-06-22T05:47:10Z</dcterms:modified>
</cp:coreProperties>
</file>